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with a specific person conveys 'this is for a specific person (a mid-market CTO), not everyone.' The 'representative persona' label is mandatory.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slide hero → market shift. Only here assert the shift as 'one undeniable layer.'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the gap isn't 'total invisible' (cloud logging shows it) — it's per-feature/team/customer attribution + the 41% non-LLM spend. Keep incident numbers ($47K) tied to Sarah.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 RESOLVED (8/3): Taewon Kim = CEO (finance×CS, prior founder Nemo Scan, customer dev/GTM), Jaemin Yoo (Malik) = Co-founder / technical originator. Lead with founder-market fit — finance+CS is exactly the two lenses cost governance needs. ⚠ Jaemin's personal 'why us' line still TBD (per CEO).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CAPITAL. Curve credible but AGGRESSIVE; NRR 110% = top-quartile target; ACV $30K = competitor-median validated. Version B recovers the Sarah persona (her world grows). Don't name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B222B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0E8A8A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1B222B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5E6A76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E6A76"/>
                </a:solidFill>
                <a:latin typeface="Calibri"/>
              </a:rPr>
              <a:t>Team Kyber · 2026</a:t>
            </a:r>
          </a:p>
          <a:p>
            <a:pPr algn="l"/>
            <a:r>
              <a:rPr sz="1100" b="1" i="0">
                <a:solidFill>
                  <a:srgbClr val="EA5B2B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B5820A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E8A8A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222B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1B222B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B222B"/>
                </a:solidFill>
                <a:latin typeface="Calibri"/>
              </a:rPr>
              <a:t>▸  Observability = after-the-fact. Static keys &amp; caps = a blunt knife.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E8A8A"/>
                </a:solidFill>
                <a:latin typeface="Calibri"/>
              </a:rPr>
              <a:t>▸  Tools see only up to the LLM call — search, crawling, third-party APIs off-screen. So Sarah saw how much, but never to whom.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E8A8A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22B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E6A76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C4C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C4C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22B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E6A76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22B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E6A76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22B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E6A76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E8A8A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B5820A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222B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B222B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1B222B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E8A8A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B5820A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EAF0F2"/>
          </a:solidFill>
          <a:ln w="15875">
            <a:solidFill>
              <a:srgbClr val="0E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CFE9E9"/>
          </a:solidFill>
          <a:ln w="12700">
            <a:solidFill>
              <a:srgbClr val="0E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E8A8A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B222B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B222B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E6A76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222B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1B222B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E8A8A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B222B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1B222B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D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5E6A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5E6A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A76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E6A76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E8A8A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A76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5E6A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B222B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5E6A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B222B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5E6A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B222B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5E6A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1B222B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B5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5820A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A5B2B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E6A76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22B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E6A76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E6A76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E6A76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E6A76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222B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E8A8A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E8A8A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E8A8A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820A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DD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EA5B2B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222B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E8A8A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820A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DD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EA5B2B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222B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820A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820A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DD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EA5B2B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222B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820A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5820A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DD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EA5B2B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222B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E6A76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DD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EA5B2B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E6A76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E8A8A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B5820A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E8A8A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E8A8A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Outreach live (Korea AI startups + US Top 5) — design-partner intros are exactly what we ask for on the final slide.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B222B"/>
                </a:solidFill>
                <a:latin typeface="Calibri"/>
              </a:rPr>
              <a:t>Team Kyber — a founder who reads both the P&amp;L and the call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B222B"/>
                </a:solidFill>
                <a:latin typeface="Calibri"/>
              </a:rPr>
              <a:t>▸  Taewon Kim — CEO. Finance × Computer Science double major → reads AI cost as a financial P&amp;L AND understands the agent call system that generates it = founder-market fit for cost governance.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E8A8A"/>
                </a:solidFill>
                <a:latin typeface="Calibri"/>
              </a:rPr>
              <a:t>▸  Prior founder — ran 'Nemo Scan', a book-scanning venture, through the full startup cycle. Not a first-timer.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22B"/>
                </a:solidFill>
                <a:latin typeface="Calibri"/>
              </a:rPr>
              <a:t>▸  Jaemin Yoo (Malik) — Co-founder · technical originator.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5E6A76"/>
                </a:solidFill>
                <a:latin typeface="Calibri"/>
              </a:rPr>
              <a:t>▸  (Advisors &amp; design-partner relationships added as secured.)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EA5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8A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5E6A76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222B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5E6A76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E8A8A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A5B2B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0E8A8A"/>
                </a:solidFill>
                <a:latin typeface="Calibri"/>
              </a:rPr>
              <a:t>▸  (a) AI / infra advisors  ·  (b) mid-market design partners  ·  (c) warm intros to CTOs like Sarah running agents in production.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5E6A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5E6A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D6EFEF"/>
          </a:solidFill>
          <a:ln w="31750">
            <a:solidFill>
              <a:srgbClr val="0E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E6A76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B222B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E6A76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E8A8A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B222B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E6A76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E8A8A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EA5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B222B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E6A76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E8A8A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B5820A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