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 point: opening with a specific person naturally conveys 'this is for a specific person (a mid-market CTO), not everyone.' The 'representative persona' label is mandatory (no fake traction).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 slide from hero → market shift. Only here do we assert the shift as 'one undeniable layer.' Contentious claims stay ⚠ bets in the vehicle/customer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7/29 per Liner 2nd reply: the gap isn't 'total invisible' (cloud logging shows it) — it's per-feature/team/customer attribution, which needs deliberate data structuring. Keep the incident numbers ($47K, +400%) tied to Sarah so acute &amp; chronic ride in one breath.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Completes the hero journey (problem → experiencing the solution → change). This scene closes the emotional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= our risk answer. Directly reflects the 'only OSS on the critical path' signal. Team-confirmed 7/23.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slide = embed deliverables/ai_cost_gov_dashboard_prototype.html (per-customer unit economics + real-time budget hard-limits + routing). Never use the 'kernel/C++' framing from the old Gemini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pre-empts two rebuttals ('just buy tokens' / 'build it yourself'). Per the deck-defense doc: label the 'can't build' load-bearing claim as a ⚠ falsifiable bet, and pre-empt the Liner counter — 'estimable ≠ audit-grade attribution'. B2B/per-customer rationale added 7/29 from Liner 2nd reply: 'B2C groups cost by category; per-customer is a B2B pattern' — sharpens why our paid ICP is B2B.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Never present the old LAM $80K as market size. Take-rate anchor CORRECTED to ~1-2% (deep research 7/28): FinOps actuals cluster at 0.5-2%, NOT 2-3% — Cloudability official 0.75-3%, CloudZero real deals 0.5-1%, Finout ~1%, Vantage 0% (flat). 2-3% is the upper bound, not the market midpoint. We don't price on take-rate anyway (per-agent) — it's only a market-sizing sanity check. Source: Market/TAM-SAM-SOM.md + Solution/가격-재무-딥리서치-2026-07.md.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SatGate existing = double-edged (validates the problem is real + makes it a speed race). Our square — 'pre-execution control × COGS explanation' (finance + intelligence layer) — nobody occupies. 'Why has no one bought yet?' → category forming in 2026; acute pain already real, chronic need forming; SatGate pre-launch = timing validation, not absence of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Timeline: entry (free credit-countdown wedge) → differentiation (unit economics + unit-price catalog) → moat (simulation accuracy + benchmark).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'Flat or usage?' → 'Subscription-led, but the usage axis is agent count, not spend.' ACV $30K = median of competitor mid-market ACVs (deep research 7/28): CloudZero $30-80K, Cloudability $30-130K, Langfuse $3-15K, Helicone $5-20K, Portkey $5-25K. Per-agent (seat-like) pricing keeps NRR predictable vs. consumption. Detail: Solution/가격-재무-딥리서치-2026-07.md.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steps 1→2→3 ARE the GTM expansion path. Based on the stakeholder-map action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hide the 0 formal interviews — frame as 'building pricing on data.' Reframe 'rejection data' NOT as traction-substitute but as 'search discipline + first real signal' (per deck-defense doc). Fill with real interview/design-partner counts before 8/6.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short. One line on 'why us' (hands-on agent-cost experience / problem ownership) to be filled by the team. NOTE: resolve the Team-slide role inconsistency flagged in the deck-defense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Finance goal = a 2nd meeting. THE ASK IS INTRODUCTIONS, NOT CAPITAL (per narrative-strategy §4 CTA + 0-traction reality): AI/infra experts, companies to onboard as design partners, warm intros to production-agent CTOs like Sarah. Instructor's recommended CTA for a pre-traction team. Deep research 7/28: curve is credible but AGGRESSIVE (5.6x/3.6x), strong-execution case; NRR 110% = top-quartile target not current; ACV $30K = competitor-median validated. Don't name a funding amount unless a judge asks. Version B closes by recovering the Sarah persona (her world grows). At slide 8 Customer, tie back 'companies like Sarah = mid-market.'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320040" cy="2194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9456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8ECF1"/>
                </a:solidFill>
                <a:latin typeface="Calibri"/>
              </a:rPr>
              <a:t>Kyber</a:t>
            </a:r>
          </a:p>
          <a:p>
            <a:pPr algn="l">
              <a:spcBef>
                <a:spcPts val="600"/>
              </a:spcBef>
            </a:pPr>
            <a:r>
              <a:rPr sz="2200" b="0" i="0">
                <a:solidFill>
                  <a:srgbClr val="35C9C9"/>
                </a:solidFill>
                <a:latin typeface="Calibri"/>
              </a:rPr>
              <a:t>Make the cost of every AI agent explainable.</a:t>
            </a:r>
          </a:p>
          <a:p>
            <a:pPr algn="l">
              <a:spcBef>
                <a:spcPts val="2200"/>
              </a:spcBef>
            </a:pPr>
            <a:r>
              <a:rPr sz="2000" b="0" i="1">
                <a:solidFill>
                  <a:srgbClr val="E8ECF1"/>
                </a:solidFill>
                <a:latin typeface="Calibri"/>
              </a:rPr>
              <a:t>"Not CCTV after the fire — a breaker before it ignites."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9AA7B4"/>
                </a:solidFill>
                <a:latin typeface="Calibri"/>
              </a:rPr>
              <a:t>Govern the LLM / tool / external-API cost agents burn on their own — on the execution path — and explain it, audit-grade.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9436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7B4"/>
                </a:solidFill>
                <a:latin typeface="Calibri"/>
              </a:rPr>
              <a:t>Team · 2026 · Presenter</a:t>
            </a:r>
          </a:p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VERSION B — Hero Journey × Market Shift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COLD OPEN · MEET SARAH (BLINK TEST)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Meet Sarah. CTO of a mid-market SaaS.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Sarah's agents take live customer traffic in production. They call search, tools, and external APIs on their own.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Friday night, one retry loop quietly burned $47K over 11 days. No dashboard caught it in real time.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Monday board meeting: 'What's our AI cost per customer?' — Sarah couldn't answer.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Sarah = an illustrative representative persona, not a real interviewed customer.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ZOOM OUT · THIS ISN'T SARAH ALONE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Not one person's mistake — the decider of spend has moved from humans to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Old world: developers declare cost in code → predictable.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New world: the model itself pulls the spend trigger. Production tokens ≈ 50× a chatbot.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Companies that adapt explain their cost; companies that don't lose their margin.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Why Now: Meta &amp; Uber built their own gateways, SatGate pre-launched — this must be solved now, with or without 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VILLAIN · WHY SARAH COULDN'T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Sarah's dashboard shows the total. It can't show the breakdown.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Cloud logging gave Sarah the monthly total — but not 'per customer, per feature.' That split needs deliberate data structuring no tool did for her.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Observability = monthly, after-the-fact. Static keys &amp; caps = a blunt knife. They see only up to the LLM call — search, crawling, third-party APIs off-screen.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— so Sarah could see how much, but never attribute why or to whom.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PROMISED LAND · SARAH TRANSFORMED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Now Sarah answers the Monday board question in 10 seconds.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AI cost per customer &amp; per feature, as real-time numbers.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'We cut your bill' ✗ → 'We let you explain your unit cost' ✓.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Pricing, the board, and due diligence become measured, not guessed.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VEHICLE ·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layer that attributes and controls cost — on the execution path.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Logging gives you the total; we give you the breakdown. We attribute &amp; govern every LLM + tool + external-API call at request time — per feature / team / customer.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"Not CCTV after the fire — a breaker before it ignites." Block before execution + audit-grade reason for the block.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Enter via a Trust Ladder: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1 — off-path reports (no proxy)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2 — async policy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3 — block inside the customer-owned gateway (we never own the path)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HOW IT WORKS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Three mechanisms — all in service of real-time cost attribution &amp; control.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1. Inline policy engine — evaluate &amp; block per session / customer / feature budget BEFORE execution. Block reason to an audit log. (SPOF/latency handled via sidecar, async, bypass.)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2. Semantic usage attribution — tag every call request → agent step → LLM / tool / external API. Keep a non-LLM unit-price catalog to sum true total cost.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3. Dynamic model routing (by-product) — route by complexity, save with no quality loss. Mentioned only as a bonus (public technique = not a moat).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CUSTOMER · WHO BUYS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Can't build like Meta — but far more spend &amp; audit pressure than a startup.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Paid target: mid-market / scale-up B2B — $50K–$500K/mo AI spend, 50–300 people, Series A–C. Not big enough to staff an infra team → can't build, must buy.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Why B2B: per-customer unit cost is a B2B need (customer = contract). B2C rolls cost up by category — a B2B CTO must defend margin per account. (An ML lead we spoke with framed it exactly this way.)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Tooling / spend = 1–3% (clear ROI). Skips the death valley (small = negative ROI / enterprise = builds its own). Buyer = CTO, champion = AI lead, finance = influencer.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Korean AI startups = free design partners (data &amp; references); paid = US mid-market.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Bet, not fact: 'can't build → must buy' + the spend threshold &amp; buyer are what we are validating in interviews.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MARKET · TAM / SAM / SOM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Korea is the wedge; the market is global agent infra. Bet the slope, not the size.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TAM ≈ $0.5B–1.8B (2026) → $3B–8B (2030). Lens A (governed AI spend × ~1–2% take-rate) = main; Lens B (AI FinOps + LLM cost-opt + LLMOps, $0.7B–1.1B) = cross-check. CAGR ~20%.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SAM ≈ $0.3B–0.6B — ~10–20K ICP-fit companies × ACV $30K (median of competitor mid-market ACVs).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SOM (3 yr) ≈ $1.5M–4.5M ARR — 50–150 US paid, seeded by Korea wedge + US network.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SAM population (10–20K) still a hypothesis — refined by interview screening pass-rate.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Fault line = after-the-fact observability vs. pre-execution control. We add COGS explanation on top.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Direct: SatGate ('Economic Firewall') — near-identical problem/shape, but pre-launch (nobody owns the market yet = a speed game).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Observability (indirect): Langfuse · Helicone · LangSmith — tracking yes, control no (after-the-fact).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FinOps (indirect): CloudZero · Vantage · Finout — financial attribution after the fact, no real-time control.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Status quo (the real competitor): grepping logs, scripts, hard caps — we do what's structurally impossible for them.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What gets copied is features. What can't be caught up is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Caching, routing, hard-limits = replicable in 6 months. Not a moat.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Moat = things that get stronger as customer data accumulates: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1. Unit-economics accuracy gap — more traffic → sharper runaway detection &amp; cost simulation. Followers start from zero data.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2. Peer benchmark (lagging) — 'top 20% cost-per-request vs. your peer type.' Scales with customer count; structurally impossible for latecomers.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Once this cost view is embedded in pricing &amp; board routines, switching cost spikes.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BUSINESS MODEL ·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company that sells cost does not earn in proportion to the customer's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Spend-proportional pricing ✗ (conflicts with the savings incentive). Price on per-agent (# of monitored agents) → incentives aligned.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3 tiers: Free (monitoring/blocking = commodity) → Growth ~$18K/yr (automated COGS report = paid entry) → Enterprise ~$60K/yr (audit-grade + in-path blocking). Blended ACV ~$30K.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Anchored in comps: LLM observability $5–25K (Langfuse/Helicone/Portkey) &lt; us $30K &lt; cloud FinOps $30–130K (CloudZero/Cloudability). Precedent for per-unit pricing: Agentforce, Datadog per-host.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Expansion = agents 20 → 40 → 80 grows revenue = net-negative churn.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Slogan: "Sell the ledger before you sell the breaker."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Price figures are hypotheses to validate in interviews.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champion bites for free; the CTO opens the wallet for COGS.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Landing: free Cost Autopsy report (off-path) → AI lead adopts bottom-up.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Conversion: at an incident or credit burn-out, the champion pitches the CTO paid → land with COGS &amp; margin reports.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Market order: Korea (free design partners / validation) → US mid-market (paid).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Blocker pre-empt: to IT/legal — 'metadata only + cross-vendor independent audit.'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In place of traction, how precisely we've narrowed the problem — and our first real signal.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How we sell = we don't sell to everyone. A discipline that quickly filters anti-ICP.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First real signal — an ML lead at a Korean AI-search company (2 rounds) confirmed build/buy splits cost structure, and that per-customer attribution needs deliberate data work.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Outreach sent (Korea AI startups + US mid-market Top 5). Design partners: N in progress.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Formal interviews: 0 → N in progress, first signal secured (pricing built on data, honestly stated).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Target metric = net-negative churn (agent expansion).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Technology × customer development — a 2-person 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Taewon — technology &amp; product (agent orchestration · infrastructure).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Jaemin (Malik) — CEO · customer development · GTM · research.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(Advisors &amp; design-partner relationships added as secured.)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Confirm role split — deck vs. memory mismatch on who is CEO; align before the pitch.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VISION ·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As agents grow, revenue bends into a curve.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Revenue only (no cost/net income): Yr1 ~$0.24M → Yr2 ~$1.35M → Yr3 ~$4.8M ⚠ (strong-execution case).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Grounded in customer count @ $30K ACV: ~8 → ~45 → ~160 paying customers. Engine = new logos + agent expansion (target NRR ~110%, top-quartile).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Vision: in an age where autonomous software spends money, a world where every dollar is explainable.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Hourglass: in 10 years every agent explains its own cost. Today, starting with mid-market CTOs like Sarah.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FF6B35"/>
                </a:solidFill>
                <a:latin typeface="Calibri"/>
              </a:rPr>
              <a:t>▸  Our ask isn't a check — it's connections: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(a) AI / infra experts &amp; advisors to pressure-test the wedge  ·  (b) mid-market teams to onboard as design partners  ·  (c) warm intros to CTOs like Sarah running agents in production.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