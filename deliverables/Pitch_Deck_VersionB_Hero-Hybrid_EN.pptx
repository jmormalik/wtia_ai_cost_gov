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point: opening with a specific person naturally conveys 'this is for a specific person (a mid-market CTO), not everyone.' The 'representative persona' label is mandatory (no fake traction).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slide from hero → market shift. Only here do we assert the shift as 'one undeniable layer.' Contentious claims stay ⚠ bets in the vehicle/customer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incident numbers ($47K, +400%) tied to Sarah so acute &amp; chronic ride in one breath.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Completes the hero journey (problem → experiencing the solution → change). This scene closes the emotional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deliverables/ai_cost_gov_dashboard_prototype.html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pre-empts two rebuttals ('just buy tokens' / 'build it yourself'). Per the deck-defense doc: label the 'can't build' load-bearing claim as a ⚠ falsifiable bet, and pre-empt the Liner counter — 'estimable ≠ audit-grade attribution'.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present the old LAM $80K as market size. Take-rate anchor CORRECTED to ~1-2% (deep research 7/28): FinOps actuals cluster at 0.5-2%, NOT 2-3% — Cloudability official 0.75-3%, CloudZero real deals 0.5-1%, Finout ~1%, Vantage 0% (flat). 2-3% is the upper bound, not the market midpoint. We don't price on take-rate anyway (per-agent) — it's only a market-sizing sanity check. Source: Market/TAM-SAM-SOM.md +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SatGate existing = double-edged (validates the problem is real + makes it a speed race). Our square — 'pre-execution control × COGS explanation' (finance + intelligence layer) — nobody occupies. 'Why has no one bought yet?' → category forming in 2026; acute pain already real, chronic need forming; SatGate pre-launch = timing validation, not absence of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'Flat or usage?' → 'Subscription-led, but the usage axis is agent count, not spend.' ACV $30K = median of competitor mid-market ACVs (deep research 7/28): CloudZero $30-80K, Cloudability $30-130K, Langfuse $3-15K, Helicone $5-20K, Portkey $5-25K. Per-agent (seat-like) pricing keeps NRR predictable vs. consumption.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hide the 0 formal interviews — frame as 'building pricing on data.' Reframe 'rejection data' NOT as traction-substitute but as 'search discipline + first real signal' (per deck-defense doc). Fill with real interview/design-partner counts before 8/6.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(hands-on agent-cost experience / problem ownership) to be filled by the team. NOTE: resolve the Team-slide role inconsistency flagged in the deck-defense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meeting. Deep research 7/28: curve is credible but AGGRESSIVE (5.6x/3.6x), a strong-execution case; NRR 110% = top-quartile target not current (SaaS Capital); ACV $30K = competitor-median validated. Version B closes by recovering the Sarah persona (her world grows). At slide 8 Customer, tie back 'companies like Sarah = mid-market.'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B — Hero Journey ×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COLD OPEN · MEET SARAH (BLINK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Meet Sarah. CTO of a mid-market SaaS.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Sarah's agents take live customer traffic in production. They call search, tools, and external APIs on their own.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Friday night, one retry loop quietly burned $47K over 11 days. No dashboard caught it in real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Monday board meeting: 'What's our AI cost per customer?' — Sarah couldn't answer.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Sarah = an illustrative representative persona, not a real interviewed customer.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ZOOM OUT · THIS ISN'T SARAH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Not one person's mistake — the decider of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developers declare cost in code → predictable.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pulls the spend trigger. Production tokens ≈ 50× a chatbot.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Companies that adapt explain their cost; companies that don't lose their margin.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Meta &amp; Uber built their own gateways, SatGate pre-launched — this must be solved now, with or without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WHY SARAH COULDN'T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Today's tools rewind the CCTV after the fire.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tools = monthly, after-the-fact. Static keys &amp; caps = a blunt knife.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They see only up to the LLM call. Search, crawling, third-party APIs are off-screen —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— the real reason Sarah couldn't explain total cost on one screen.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SARAH TRANSFORMED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Now Sarah answers the Monday board question in 10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AI cost per customer &amp; per feature, as real-time numbers.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bill' ✗ → 'We let you explain your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measured,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Not an off-path dashboard. We attribute &amp; govern every LLM + tool + external-API call at request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Can't build like Meta — but far more spend &amp; audit pressure than a startup.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Paid target: mid-market / scale-up — $50K–$500K/mo AI spend, 50–300 people, Series A–C. Not big enough to staff an infra team → can't build, must buy.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Tooling / spend = 1–3% (clear ROI). Skips the death valley (small = negative ROI / enterprise = builds its own).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Buyer = CTO (explains unit cost to the board). Champion = AI lead. Finance = influencer.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Korean AI startups = free design partners (data &amp; references); paid = US mid-market.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'can't build → must buy' + the spend threshold &amp; buyer are what we are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Korea is the wedge; the market is global agent infra. Bet the slope, not the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TAM ≈ $0.5B–1.8B (2026) → $3B–8B (2030). Lens A (governed AI spend × ~1–2% take-rate) = main; Lens B (AI FinOps + LLM cost-opt + LLMOps, $0.7B–1.1B) = cross-check. CAGR ~20%.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SAM ≈ $0.3B–0.6B — ~10–20K ICP-fit companies × ACV $30K (median of competitor mid-market ACVs).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SOM (3 yr) ≈ $1.5M–4.5M ARR — 50–150 US paid, seeded by Korea wedge + US network.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SAM population (10–20K) still a hypothesis — refined by interview screening pass-rate.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Fault line = after-the-fact observability vs. pre-execution control. We add COGS explanation on 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Direct: SatGate ('Economic Firewall') — near-identical problem/shape, but pre-launch (nobody owns the market yet = a speed game).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(indirect): Langfuse · Helicone · LangSmith — tracking yes, control no (after-the-fact).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FinOps (indirect): CloudZero · Vantage · Finout — financial attribution after the fact, no real-time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Status quo (the real competitor): grepping logs, scripts, hard caps — we do what's structurally impossible for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per-agent (# of monitored agents) → incentives aligned.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(monitoring/blocking = commodity) → Growth ~$18K/yr (automated COGS report = paid entry)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(Langfuse/Helicone/Portkey) &lt; us $30K &lt; cloud FinOps $30–130K (CloudZero/Cloudability). Precedent for per-unit pricing: Agentforce,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agents 20 → 40 → 80 grows revenue = net-negative churn.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Slogan: "Sell the ledger before you sell the breaker."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AI lead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(free design partners / validation) → US mid-market (paid).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In place of traction, how precisely we've narrowed the problem — and our first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How we sell = we don't sell to everyone. A discipline that quickly filters anti-ICP.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First real signal — Liner Lead ML Eng confirmed build/buy is the primary variable that splits cost structure.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sent (Korea: Dalpha, Liner / US mid-market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Formal interviews: 0 → N in progress, first signal secured (pricing built on data, honestly stated).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Revenue only (no cost/net income): Yr1 ~$0.24M → Yr2 ~$1.35M → Yr3 ~$4.8M ⚠ (strong-execution case).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Grounded in customer count @ $30K ACV: ~8 → ~45 → ~160 paying customers. Engine = new logos + agent expansion (target NRR ~110%, top-quartile).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Hourglass: in 10 years every agent explains its own cost. Today, starting with mid-market CTOs like Sarah.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2C14E"/>
                </a:solidFill>
                <a:latin typeface="Calibri"/>
              </a:rPr>
              <a:t>▸  Ask: ⚠ (amount &amp; use TBD). CTA — 'introduce us to a CTO like Sarah.'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