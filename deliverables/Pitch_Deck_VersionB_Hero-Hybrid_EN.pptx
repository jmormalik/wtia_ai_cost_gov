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point: opening with a specific person naturally conveys 'this is for a specific person (a mid-market CTO), not everyone.' The 'representative persona' label is mandatory (no fake traction).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slide from hero → market shift. Only here do we assert the shift as 'one undeniable layer.' Contentious claims stay ⚠ bets in the vehicle/customer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 per Liner 2nd reply: the gap isn't 'total invisible' (cloud logging shows it) — it's per-feature/team/customer attribution, which needs deliberate data structuring. Keep the incident numbers ($47K, +400%) tied to Sarah so acute &amp; chronic ride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 This scene closes the emotional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deliverables/ai_cost_gov_dashboard_prototype.html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pre-empts two rebuttals ('just buy tokens' / 'build it yourself'). Per the deck-defense doc: label the 'can't build' load-bearing claim as a ⚠ falsifiable bet, and pre-empt the Liner counter — 'estimable ≠ audit-grade attribution'. B2B/per-customer rationale added 7/29 from Liner 2nd reply: 'B2C groups cost by category; per-customer is a B2B pattern' — sharpens why our paid ICP is B2B.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7/28): FinOps actuals cluster at 0.5-2%, NOT 2-3% — Cloudability official 0.75-3%, CloudZero real deals 0.5-1%, Finout ~1%, Vantage 0% (flat). 2-3% is the upper bound, not the market midpoint. We don't price on take-rate anyway (per-agent) — it's only a market-sizing sanity check. Source: Market/TAM-SAM-SOM.md +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 (Liner 2nd reply): don't say rivals 'can't see cost' — they show totals. HONESTY: FinOps already sells per-unit attribution, but for cloud/infra spend, after-the-fact, not the agent execution path (LLM+tool+external API), no pre-execution control. Our differentiation = the intersection, not 'we attribute and they don't.' SatGate existing = double-edged (validates problem + speed race). 'Why no one bought yet?' → category forming 2026; acute pain real, chronic forming;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7/28): CloudZero $30-80K, Cloudability $30-130K, Langfuse $3-15K, Helicone $5-20K, Portkey $5-25K. Per-agent (seat-like) pricing keeps NRR predictable vs. consumption.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Reframe 'rejection data' NOT as traction-substitute but as 'search discipline + first real signal' (per deck-defense doc).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(hands-on agent-cost experience / problem ownership) to be filled by the team. NOTE: resolve the Team-slide role inconsistency flagged in the deck-defense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THE ASK IS INTRODUCTIONS, NOT CAPITAL (per narrative-strategy §4 CTA + 0-traction reality): AI/infra experts, companies to onboard as design partners, warm intros to production-agent CTOs like Sarah. Instructor's recommended CTA for a pre-traction team. Deep research 7/28: curve is credible but AGGRESSIVE (5.6x/3.6x), strong-execution case; NRR 110% = top-quartile target not current; ACV $30K = competitor-median validated. Don't name a funding amount unless a judge asks. Version B closes by recovering the Sarah persona (her world grows). At slide 8 Customer, tie back 'companies like Sarah = mid-market.'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Sarah's dashboard shows the total. It can't show the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Cloud logging gave Sarah the monthly total — but not 'per customer, per feature.' That split needs deliberate data structuring no tool did for her.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= monthly, after-the-fact. Static keys &amp; caps = a blunt knife. They see only up to the LLM call — search, crawling, third-party APIs off-screen.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— so Sarah could see how much, but never attribute why or to whom.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B2B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B2B: per-customer unit cost is a B2B need (customer = contract). B2C rolls cost up by category — a B2B CTO must defend margin per account. (An ML lead we spoke with framed it exactly this way.)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 Buyer = CTO, champion = AI lead,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TAM ≈ $0.5B–1.8B (2026) → $3B–8B (2030). Lens A (governed AI spend × ~1–2% take-rate) = main; Lens B (AI FinOps + LLM cost-opt + LLMOps, $0.7B–1.1B) = cross-check. CAGR ~20%.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SAM ≈ $0.3B–0.6B — ~10–20K ICP-fit companies × ACV $30K (median of competitor mid-market ACVs).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SOM (3 yr) ≈ $1.5M–4.5M ARR — 50–150 US paid, seeded by Korea wedge + US network.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SAM population (10–20K) still a hypothesis — refined by interview screening pass-rate.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 The gap is attributing the agent's full cost per feature / team / customer, audit-grade.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(Langfuse · Helicone): track &amp; show totals, no control, weak per-customer attribution.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FinOps (CloudZero · Vantage): DO per-unit attribution — but for cloud spend, after-the-fact, off the agent path, no pre-execution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Direct: SatGate ('Economic Firewall') — near-identical, but pre-launch (speed game). Status quo: grep logs, scripts, hard caps.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Our square = pre-execution control × audit-grade attribution of the agent's full cost. Nobody occupies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an ML lead at a Korean AI-search company (2 rounds) confirmed build/buy splits cost structure, and that per-customer attribution needs deliberate data 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 AI startups +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Revenue only (no cost/net income): Yr1 ~$0.24M → Yr2 ~$1.35M → Yr3 ~$4.8M ⚠ (strong-execution case).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Grounded in customer count @ $30K ACV: ~8 → ~45 → ~160 paying customers. Engine = new logos + agent expansion (target NRR ~110%, top-quartile).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Hourglass: in 10 years every agent explains its own cost. Today, starting with mid-market CTOs like Sarah.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(a) AI / infra experts &amp; advisors to pressure-test the wedge  ·  (b) mid-market teams to onboard as design partners  ·  (c) warm intros to CTOs like Sarah running agents in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