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with a specific person conveys 'this is for a specific person (a mid-market CTO), not everyone.' The 'representative persona' label is mandatory.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slide hero → market shift. Only here assert the shift as 'one undeniable layer.'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the gap isn't 'total invisible' (cloud logging shows it) — it's per-feature/team/customer attribution + the 41% non-LLM spend. Keep incident numbers ($47K) tied to Sarah.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Completes the hero journey (problem → experiencing the solution → change).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 (CEO decision 8/3): sell to reachable AI-native scaleups now; ride the non-AI-native wave as expansion. Pre-empts 'just buy tokens' ($50K+ spend) &amp; 'build it yourself' — AI-native answer = buy-vs-build ROI + cross-vendor + audit-grade + peer-benchmark data they can't replicate; and the rebuttal structurally dies as we expand to non-AI-native (no AI-eng DNA). Source: ICP/ICP.md.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A-LED BLEND: near-term SOM = reachable AI-native scaleups (evidence + product coherence); the SLOPE = the far larger non-AI-native wave whose adoption curve is just starting → 3–4x by 2030 (they can't build it → ours to take). Never present the old LAM $80K as market size. We don't price on take-rate — 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matrix. Row 1 (LLM tracking) = table stakes — everyone has it, shows honesty. Rows 2-5 = our wedge. Key: runaway loop detection = NOBODY. Don’t claim we’re the only ones attributing cost — FinOps does per-unit for cloud. Our intersection = rows 3+4+2 together. Source: Competitor-Analysis/기능-비교-매트릭스.md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DEFINITION for Q&amp;A: 'monitored agent' = a named, registered agent pipeline (not an API request, not an invocation). If judge asks 'what counts as one agent?' → 'Same as a Datadog host: each distinct AI workflow you deploy gets one Kyber agent registration.' This avoids the 'does traffic spike my bill?' objection.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Beachhead = reachable AI-native scaleups (evidence + product coherence); non-AI-native mid-market (logistics-first) is the expansion where 'build it yourself' dies.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for Q&amp;A: 2 real async LinkedIn screenings + 5 persona-based validations (role-play against researched personas) = 7 touchpoints; 0 formal live interviews yet. If asked 'were the 5 real people?' → answer straight: 'persona dry-runs of our Mom-Test guide to pressure-test H0 &amp; rebuttals before live outreach.' Do NOT imply they were live customers. Names are anonymized in this file (public repo, 7/23 confidentiality rule) — say the real identities on stage / keep them local-only, never in the deck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Roles RESOLVED (8/3): Taewon Kim = CEO (finance×CS, prior founder Nemo Scan, customer dev/GTM), Jaemin Yoo (Malik) = Co-founder / technical originator. Lead with founder-market fit — finance+CS is exactly the two lenses cost governance needs. ⚠ Jaemin's personal 'why us' line still TBD (per CEO).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meeting. THE ASK IS INTRODUCTIONS, NOT CAPITAL. Curve credible but AGGRESSIVE; NRR 110% = top-quartile target; ACV $30K = competitor-median validated. Version B recovers the Sarah persona (her world grows). Don't name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Kyber · 2026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B — Hero Journey ×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COLD OPEN · MEET SARAH (BLINK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Meet Sarah. CTO of a mid-market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Sarah's agents take live customer traffic in production. They call search, tools, and external APIs on their own.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Friday night, one retry loop quietly burned $47K over 11 days. No dashboard caught it in real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Monday board meeting: 'What's our AI cost per customer?' — Sarah couldn't answer.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Sarah = an illustrative representative persona, not a real interviewed customer.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ZOOM OUT · THIS ISN'T SARAH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Not one person's mistake — the decider of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developers declare cost in code → predictable.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pulls the spend trigger. Production tokens ≈ 50× a chatbot.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Companies that adapt explain their cost; companies that don't lose their margin.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Meta &amp; Uber built their own gateways, SatGate pre-launched — this must be solved now, with or without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WHY SARAH COULDN'T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Sarah's dashboard shows the total. It can't show the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gave Sarah the monthly total — but not 'per customer, per feature.' That split needs deliberate data structuring no tool did for her.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after-the-fact. Static keys &amp; caps = a blunt knife.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Tools see only up to the LLM call — search, crawling, third-party APIs off-screen. So Sarah saw how much, but never to whom.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SARAH TRANSFORMED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Now Sarah answers the Monday board question in 10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AI cost per customer &amp; per feature, as real-time numbers.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bill' ✗ → 'We let you explain your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measured,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Sell to the AI-native scaleups we reach now — ride the non-AI-native wave that can't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Beachhead (paid now): AI-native scaleup B2B — $50K–$500K/mo AI spend, 50–300 people, Series A–C, high tool / external-API share. They own their execution path → our pre-execution control fits, and they're reachable for design partners.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start here: this is where our evidence, demo &amp; first real signal (an ML lead at an AI-search company) already point — and where the product coheres end to 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Expansion wave: non-AI-native mid-market in AX (logistics, manufacturing, finance) — $100K+/mo, 3+ vendors. No AI-engineering DNA → structurally can't build → the 'build it yourself' rebuttal dies, and the population dwarfs AI-natives.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Buyer = CTO (economic), champion = AI / data-ops lead, finance = influencer. Per-customer COGS = a B2B need (customer = contract). Korea AI startups = free design partners.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spend threshold, buyer, and the non-AI-native 'can't build' claim =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Beachhead = reachable AI-native scaleups. Slope = the non-AI-native wave that can't build it. Bet the slope.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TAM ≈ $0.5–1.5B (2026) → $2–6B (2030): 1–2% of $50–60B enterprise GenAI spend (top-down, segment-agnostic; FinOps take-rate anchor). CAGR ~20%.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SAM ≈ $0.24–0.45B → $0.8–1.8B: ICP-matching firms × ACV $30K — AI-native scaleups now, plus non-AI-native mid-market as it scales.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SOM (3yr) ≈ $1.0–3.6M ARR: reachable AI-native beachhead (Korea design partners → US paid), expanding into non-AI-native adjacents.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F2C14E"/>
                </a:solidFill>
                <a:latin typeface="Calibri"/>
              </a:rPr>
              <a:t>▸  ⚠  SAM population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E8ECF1"/>
                </a:solidFill>
                <a:latin typeface="Calibri"/>
              </a:rPr>
              <a:t>$0.5–1.5B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SAM  $0.24–0.45B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$1.0–3.6M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WHY KYBER · FEATURE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ECF1"/>
                </a:solidFill>
                <a:latin typeface="Calibri"/>
              </a:rPr>
              <a:t>Every competitor stops short on at least one axis. We don’t.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56032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5468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CloudZero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LiteLLM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1691640" cy="530352"/>
          </a:xfrm>
          <a:prstGeom prst="rect">
            <a:avLst/>
          </a:prstGeom>
          <a:solidFill>
            <a:srgbClr val="16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SatGate 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1920240"/>
            <a:ext cx="1691640" cy="530352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0" y="1920240"/>
            <a:ext cx="1600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Kyber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450592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450592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LLM cost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2450592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980944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2980944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Pre-execution blocking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5468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35C9C9"/>
                </a:solidFill>
                <a:latin typeface="Calibr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21240" y="2980944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511296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" y="3511296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Non-LLM tool attribution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5468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21240" y="3511296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041648"/>
            <a:ext cx="256032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041648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Per-customer COGS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5468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632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solidFill>
            <a:srgbClr val="16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F2C14E"/>
                </a:solidFill>
                <a:latin typeface="Calibri"/>
              </a:rPr>
              <a:t>~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21240" y="4041648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572000"/>
            <a:ext cx="256032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572000"/>
            <a:ext cx="2377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8ECF1"/>
                </a:solidFill>
                <a:latin typeface="Calibri"/>
              </a:rPr>
              <a:t>Runaway loop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5468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4632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solidFill>
            <a:srgbClr val="12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AA7B4"/>
                </a:solidFill>
                <a:latin typeface="Calibri"/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solidFill>
            <a:srgbClr val="0C2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21240" y="4572000"/>
            <a:ext cx="16916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6B35"/>
                </a:solidFill>
                <a:latin typeface="Calibri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360" y="51937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❂ SatGate = pre-launch  ·  ~ = partial / claimed  ·  Langfuse = Langfuse/Helicone  ·  CloudZero = CloudZero/Vantage  ·  source: public docs 2026-07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monitored agents — not API calls, not spend.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1 monitored agent = 1 distinct AI feature pipeline deployed in production (e.g., 'search-agent', 'summarizer', 'onboarding-bot'). Analogous to Datadog's per-host or APM per-service.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→ Growth ~$18K/yr (automated COGS report)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&lt; us $30K &lt; cloud FinOps $30–130K. Precedents: Agentforce per-agent,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as the customer ships more AI features, agent count grows → net-negative churn.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an AI / eng lead at an AI-native scaleup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AI startups (free design partners / validation) → US AI-native scaleups (paid beachhead) → non-AI-native mid-market expansion (logistics-first).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Customer development, not vanity metrics: 2 real screenings + 5 persona interviews — and how they sharpened the wedge.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2 real external screenings (async LinkedIn): a Lead ML Eng at a Korean AI-search scaleup (2 rounds) — build/buy splits cost structure; per-customer attribution needs deliberate data work = validates our wedge. A US seed agentic-platform founder (2 rounds) — anti-ICP by design (pre-PMF, growth-first) → sharpened our ICP floor.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5 structured persona interviews (Mom-Test guide vs researched buyer personas): H0 (tool / external-API ≥ 15% of cost) survived 2/5, 1 missing, 1 negative (6%), 1 disqualified (B2C). Two independent 'LiteLLM can't attribute external APIs' cases surfaced.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'Disqualification data' is an asset — even anti-ICP screenings (the seed founder above; a B2C app) refined the ICP. How we sell = we don't sell to everyone.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live (Korea AI startups + US Top 5) — design-partner intros are exactly what we ask for on the final slide.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Team Kyber — a founder who reads both the P&amp;L and the call 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Taewon Kim — CEO. Finance × Computer Science double major → reads AI cost as a financial P&amp;L AND understands the agent call system that generates it = founder-market fit for cost governance.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Prior founder — ran 'Nemo Scan', a book-scanning venture, through the full startup cycle. Not a first-timer.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Yoo (Malik) — Co-founder · technical originator.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 ·  (b) mid-market design partners  ·  (c) warm intros to CTOs like Sarah running agents in production.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