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claim we make as 'the shift' here is 'agents spend on their own' — observable, undeniable. Everything contentious (can't-build, always-on need) is downgraded to ⚠ bets later. Add the one-liner: 'Observability &amp; FinOps see this shift after the fact; the moment the spend trigger moved to the model, pre-execution became the only control point.'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honesty: LiteLLM/Portkey already have mature LLM budget caps. The gap we hit is above that — 'having a feature ≠ the org can predict, attribute, and explain unit cost.'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Placed as EVIDENCE of the 'loser,' not a personal hero story. Per deck-defense doc: explicitly split acute (verified entry point) vs. chronic (⚠ expansion bet). Q&amp;A 'who asked for monthly cost explanation?' → 'Spike is a verified entry point; always-on need is a hypothesis we're validating.' Source: why-now.md.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we explicitly declare we're dropping 'savings.' Savings appears later (slide 7)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= our risk answer. Directly reflects the 'only OSS on the critical path' signal. Team-confirmed 7/23.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slide = embed deliverables/ai_cost_gov_dashboard_prototype.html (per-customer unit economics + real-time budget hard-limits + routing). Never use the 'kernel/C++' framing from the old Gemini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pre-empts two rebuttals ('just buy tokens' / 'build it yourself'). Per the deck-defense doc: label the 'can't build' load-bearing claim as a ⚠ falsifiable bet, and pre-empt the Liner counter — 'estimable ≠ audit-grade attribution'.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present the old LAM $80K as market size. Take-rate anchor CORRECTED to ~1-2% (deep research 7/28): FinOps actuals cluster at 0.5-2%, NOT 2-3% — Cloudability official 0.75-3%, CloudZero real deals 0.5-1%, Finout ~1%, Vantage 0% (flat). 2-3% is the upper bound, not the market midpoint. We don't price on take-rate anyway (per-agent) — it's only a market-sizing sanity check. Source: Market/TAM-SAM-SOM.md +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SatGate existing = double-edged (validates the problem is real + makes it a speed race). Our square — 'pre-execution control × COGS explanation' (finance + intelligence layer) — nobody occupies. 'Why has no one bought yet?' → category forming in 2026; acute pain already real, chronic need forming; SatGate pre-launch = timing validation, not absence of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Timeline: entry (free credit-countdown wedge) → differentiation (unit economics + unit-price catalog) → moat (simulation accuracy + benchmark).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'Flat or usage?' → 'Subscription-led, but the usage axis is agent count, not spend.' ACV $30K = median of competitor mid-market ACVs (deep research 7/28): CloudZero $30-80K, Cloudability $30-130K, Langfuse $3-15K, Helicone $5-20K, Portkey $5-25K. Per-agent (seat-like) pricing keeps NRR predictable vs. consumption. Detail: Solution/가격-재무-딥리서치-2026-07.md.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Ladder steps 1→2→3 ARE the GTM expansion path. Based on the stakeholder-map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hide the 0 formal interviews — frame as 'building pricing on data.' Reframe 'rejection data' NOT as traction-substitute but as 'search discipline + first real signal' (per deck-defense doc). Fill with real interview/design-partner counts before 8/6.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short. One line on 'why us' (hands-on agent-cost experience / problem ownership) to be filled by the team. NOTE: resolve the Team-slide role inconsistency flagged in the deck-defense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Finance goal = a 2nd meeting, not a precise forecast. Deep research 7/28: this curve is credible but AGGRESSIVE (5.6x then 3.6x) — a strong-execution case, not a base case; be ready to say 'the conservative base is lower.' NRR 110% = top-quartile (SaaS Capital: ACV $100K+ top-quartile = 118-120%; median B2B ~82-97%) — present as a target, not current. ACV $30K = competitor-median validated. Don't raise cost/burn until asked. Version A closes on the market-shift vision, not 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320040" cy="2194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19456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8ECF1"/>
                </a:solidFill>
                <a:latin typeface="Calibri"/>
              </a:rPr>
              <a:t>Kyber</a:t>
            </a:r>
          </a:p>
          <a:p>
            <a:pPr algn="l">
              <a:spcBef>
                <a:spcPts val="600"/>
              </a:spcBef>
            </a:pPr>
            <a:r>
              <a:rPr sz="2200" b="0" i="0">
                <a:solidFill>
                  <a:srgbClr val="35C9C9"/>
                </a:solidFill>
                <a:latin typeface="Calibri"/>
              </a:rPr>
              <a:t>Make the cost of every AI agent explainable.</a:t>
            </a:r>
          </a:p>
          <a:p>
            <a:pPr algn="l">
              <a:spcBef>
                <a:spcPts val="2200"/>
              </a:spcBef>
            </a:pPr>
            <a:r>
              <a:rPr sz="2000" b="0" i="1">
                <a:solidFill>
                  <a:srgbClr val="E8ECF1"/>
                </a:solidFill>
                <a:latin typeface="Calibri"/>
              </a:rPr>
              <a:t>"Not CCTV after the fire — a breaker before it ignites."</a:t>
            </a:r>
          </a:p>
          <a:p>
            <a:pPr algn="l">
              <a:spcBef>
                <a:spcPts val="1000"/>
              </a:spcBef>
            </a:pPr>
            <a:r>
              <a:rPr sz="1400" b="0" i="0">
                <a:solidFill>
                  <a:srgbClr val="9AA7B4"/>
                </a:solidFill>
                <a:latin typeface="Calibri"/>
              </a:rPr>
              <a:t>Govern the LLM / tool / external-API cost agents burn on their own — on the execution path — and explain it, audit-grade.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7B4"/>
                </a:solidFill>
                <a:latin typeface="Calibri"/>
              </a:rPr>
              <a:t>Team · 2026 · Presenter</a:t>
            </a:r>
          </a:p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VERSION A — Pure Market Shift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SHIFT · THE SPINE (UNDENIABLE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decider of AI spend has moved from humans to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Old world: cost is declared by the developer in code → predictable, controllable.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New world: the model itself decides which tool to call, when, and how many times → the spend trigger moves to the model.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Production-agent tokens ≈ 50× a chatbot. Finance has lost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Why Now: someone has to solve this now, with or without us — Meta &amp; Uber already built their own gateways; SatGate pre-launched.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VILLAIN · LOSER'S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Today's tools rewind the CCTV after the fire.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tools = monthly, after-the-fact. They only show money already spent.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Static keys &amp; fixed caps = a blunt knife that can't tell normal from runaway.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They see only up to the LLM call. Search, crawling, third-party APIs are off-screen.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REAL PAIN · EVIDENCE, NOT A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problem isn't 'we don't know how much' — it's 'we can't explain why.'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Acute (verified wedge): one dev, an infinite retry loop → $47K billed, unnoticed for 11 days. A B2B SaaS: API usage +400% overnight.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At enterprise scale, control failure = hundreds of millions/yr.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Redefinition: the spike is just the trigger. The real loss = even after the incident, no answer to 'cost per customer / which feature eats the margin.'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Chronic (always-on COGS explanation) = an expansion hypothesis we are validating in interviews.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THE PROMISED LAND · THE WINNER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You become a company that can explain AI cost per customer &amp; per feature — in real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'We cut your AI bill' ✗ → 'We let you explain your AI unit cost' ✓.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Pricing, the board, and due diligence become real-time numbers instead of guesses.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VEHICLE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layer that attributes and controls cost — on the execution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Not an off-path dashboard. We attribute &amp; govern every LLM + tool + external-API call at request time.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"Not CCTV after the fire — a breaker before it ignites." Block before execution + audit-grade reason for the block.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Enter via a Trust Ladder: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1 — off-path reports (no proxy)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2 — async policy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     –  Step 3 — block inside the customer-owned gateway (we never own the path)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HOW IT WORKS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Three mechanisms — all in service of real-time cost attribution &amp;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1. Inline policy engine — evaluate &amp; block per session / customer / feature budget BEFORE execution. Block reason to an audit log. (SPOF/latency handled via sidecar, async, bypass.)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2. Semantic usage attribution — tag every call request → agent step → LLM / tool / external API. Keep a non-LLM unit-price catalog to sum true total cost.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3. Dynamic model routing (by-product) — route by complexity, save with no quality loss. Mentioned only as a bonus (public technique = not a moat).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CUSTOMER · WHO BUYS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Can't build like Meta — but far more spend &amp; audit pressure than a startup.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Paid target: mid-market / scale-up — $50K–$500K/mo AI spend, 50–300 people, Series A–C. Not big enough to staff an infra team → can't build, must buy.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Tooling / spend = 1–3% (clear ROI). Skips the death valley (small = negative ROI / enterprise = builds its own).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Buyer = CTO (explains unit cost to the board). Champion = AI lead. Finance = influencer.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Korean AI startups = free design partners (data &amp; references); paid = US mid-market.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Bet, not fact: 'can't build → must buy' + the spend threshold &amp; buyer are what we are validating in interviews.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MARKET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Korea is the wedge; the market is global agent infra. Bet the slope, not the size.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TAM ≈ $0.5B–1.8B (2026) → $3B–8B (2030). Lens A (governed AI spend × ~1–2% take-rate) = main; Lens B (AI FinOps + LLM cost-opt + LLMOps, $0.7B–1.1B) = cross-check. CAGR ~20%.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SAM ≈ $0.3B–0.6B — ~10–20K ICP-fit companies × ACV $30K (median of competitor mid-market ACVs).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SOM (3 yr) ≈ $1.5M–4.5M ARR — 50–150 US paid, seeded by Korea wedge + US network.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SAM population (10–20K) still a hypothesis — refined by interview screening pass-rate.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Fault line = after-the-fact observability vs. pre-execution control. We add COGS explanation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Direct: SatGate ('Economic Firewall') — near-identical problem/shape, but pre-launch (nobody owns the market yet = a speed game).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Observability (indirect): Langfuse · Helicone · LangSmith — tracking yes, control no (after-the-fact).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FinOps (indirect): CloudZero · Vantage · Finout — financial attribution after the fact, no real-time control.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Status quo (the real competitor): grepping logs, scripts, hard caps — we do what's structurally impossible for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What gets copied is features. What can't be caught up is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Caching, routing, hard-limits = replicable in 6 months. Not a moat.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Moat = things that get stronger as customer data accumulates: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1. Unit-economics accuracy gap — more traffic → sharper runaway detection &amp; cost simulation. Followers start from zero data.</a:t>
            </a:r>
          </a:p>
          <a:p>
            <a:pPr lvl="1"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     –  2. Peer benchmark (lagging) — 'top 20% cost-per-request vs. your peer type.' Scales with customer count; structurally impossible for latecomers.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Once this cost view is embedded in pricing &amp; board routines, switching cost spikes.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BUSINESS MODEL ·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 company that sells cost does not earn in proportion to the customer's cost.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Spend-proportional pricing ✗ (conflicts with the savings incentive). Price on per-agent (# of monitored agents) → incentives aligned.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3 tiers: Free (monitoring/blocking = commodity) → Growth ~$18K/yr (automated COGS report = paid entry) → Enterprise ~$60K/yr (audit-grade + in-path blocking). Blended ACV ~$30K.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Anchored in comps: LLM observability $5–25K (Langfuse/Helicone/Portkey) &lt; us $30K &lt; cloud FinOps $30–130K (CloudZero/Cloudability). Precedent for per-unit pricing: Agentforce, Datadog per-host.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Expansion = agents 20 → 40 → 80 grows revenue = net-negative churn.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Slogan: "Sell the ledger before you sell the breaker."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Price figures are hypotheses to validate in interviews.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The champion bites for free; the CTO opens the wallet for COGS.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Landing: free Cost Autopsy report (off-path) → AI lead adopts bottom-up.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Conversion: at an incident or credit burn-out, the champion pitches the CTO paid → land with COGS &amp; margin reports.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Market order: Korea (free design partners / validation) → US mid-market (paid).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Blocker pre-empt: to IT/legal — 'metadata only + cross-vendor independent audit.'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In place of traction, how precisely we've narrowed the problem — and our first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How we sell = we don't sell to everyone. A discipline that quickly filters anti-ICP.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35C9C9"/>
                </a:solidFill>
                <a:latin typeface="Calibri"/>
              </a:rPr>
              <a:t>▸  First real signal — Liner Lead ML Eng confirmed build/buy is the primary variable that splits cost structure.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Outreach sent (Korea: Dalpha, Liner / US mid-market Top 5). Design partners: N in progress.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Formal interviews: 0 → N in progress, first signal secured (pricing built on data, honestly stated).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Target metric = net-negative churn (agent expansion).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Technology × customer development — a 2-person 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Taewon — technology &amp; product (agent orchestration · infrastructure).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Jaemin (Malik) — CEO · customer development · GTM · research.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(Advisors &amp; design-partner relationships added as secured.)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F2C14E"/>
                </a:solidFill>
                <a:latin typeface="Calibri"/>
              </a:rPr>
              <a:t>▸  ⚠  Confirm role split — deck vs. memory mismatch on who is CEO; align before the pitch.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46304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5C9C9"/>
                </a:solidFill>
                <a:latin typeface="Calibri"/>
              </a:rPr>
              <a:t>VISION ·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5029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9AA7B4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5156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E8ECF1"/>
                </a:solidFill>
                <a:latin typeface="Calibri"/>
              </a:rPr>
              <a:t>As agents grow, revenue bends into a curve.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CF1"/>
                </a:solidFill>
                <a:latin typeface="Calibri"/>
              </a:rPr>
              <a:t>▸  Revenue only (no cost/net income): Yr1 ~$0.24M → Yr2 ~$1.35M → Yr3 ~$4.8M ⚠ (strong-execution case).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9AA7B4"/>
                </a:solidFill>
                <a:latin typeface="Calibri"/>
              </a:rPr>
              <a:t>▸  Grounded in customer count @ $30K ACV: ~8 → ~45 → ~160 paying customers. Engine = new logos + agent expansion (target NRR ~110%, top-quartile).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5C9C9"/>
                </a:solidFill>
                <a:latin typeface="Calibri"/>
              </a:rPr>
              <a:t>▸  Vision: in an age where autonomous software spends money, a world where every dollar is explainable.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8ECF1"/>
                </a:solidFill>
                <a:latin typeface="Calibri"/>
              </a:rPr>
              <a:t>▸  Hourglass scope: in 10 years every agent explains its own cost in real time. Today, starting with Korean &amp; US mid-market CTOs.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2C14E"/>
                </a:solidFill>
                <a:latin typeface="Calibri"/>
              </a:rPr>
              <a:t>▸  Ask: ⚠ (amount &amp; use TBD). CTA — 'introduce us to a mid-market CTO.'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