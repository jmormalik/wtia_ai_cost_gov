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claim we make as 'the shift' is 'agents spend on their own' — observable, undeniable. Everything contentious is downgraded to ⚠ bets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claim 'cost is invisible' — cloud logging shows the total. The real gap = per-feature/team/customer attribution + the 41% non-LLM spend nobody attributes. Numbers match the React demo for cross-consistency.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Placed as EVIDENCE of the 'loser,' not a personal hero story. Split acute (verified) vs. chronic (⚠ expansion bet).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explicitly drop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for Q&amp;A: 2 real async LinkedIn screenings + 5 persona-based validations (role-play against researched personas) = 7 touchpoints; 0 formal live interviews yet. If asked 'were the 5 real people?' → answer straight: 'persona dry-runs of our Mom-Test guide to pressure-test H0 &amp; rebuttals before live outreach.' Do NOT imply they were live customers. Names are anonymized in this file (public repo, 7/23 confidentiality rule) — say the real identities on stage / keep them local-only, never in the deck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to be filled by the team. Resolve the Team-slide role inconsistency before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meeting, not a precise forecast. THE ASK IS INTRODUCTIONS, NOT CAPITAL. Curve is credible but AGGRESSIVE (5.6x then 3.6x) — strong-execution case; NRR 110% = top-quartile target; ACV $30K = competitor-median validated. Don't raise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SatGate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The total is visible. The breakdown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already shows the monthly total — that's not the gap. No one can break it down by feature / team / customer.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monthly, after-the-fact. Static keys &amp; caps = a blunt knife that can't tell normal from runaway.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And tools see only up to the LLM call. Search, crawling, third-party APIs are off-screen — so true unit cost is never attributed.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CF1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Customer development, not vanity metrics: 2 real screenings + 5 persona interviews — and how they sharpened the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2 real external screenings (async LinkedIn): a Lead ML Eng at a Korean AI-search scaleup (2 rounds) — build/buy splits cost structure; per-customer attribution needs deliberate data work = validates our wedge. A US seed agentic-platform founder (2 rounds) — anti-ICP by design (pre-PMF, growth-first) → sharpened our ICP floor.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5 structured persona interviews (Mom-Test guide vs researched buyer personas): H0 (tool / external-API ≥ 15% of cost) survived 2/5, 1 missing, 1 negative (6%), 1 disqualified (B2C). Two independent 'LiteLLM can't attribute external APIs' cases surfaced.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'Disqualification data' is an asset — even anti-ICP screenings (the seed founder above; a B2C app) refined the ICP. How we sell = we don't sell to everyone.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live (Korea AI startups + US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to pressure-test the wedge  ·  (b) mid-market teams to onboard as design partners  ·  (c) warm intros to production-agent CTOs &amp; AI leads.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