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is 'agents spend on their own' — observable, undeniable. Everything contentious is downgraded to ⚠ bets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claim 'cost is invisible' — cloud logging shows the total. The real gap = per-feature/team/customer attribution + the 41% non-LLM spend nobody attributes. Numbers match the React demo for cross-consistency.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Split acute (verified) vs. chronic (⚠ expansion bet).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drop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CAPITAL. Curve is credible but AGGRESSIVE (5.6x then 3.6x) — strong-execution case; NRR 110% = top-quartile target; ACV $30K = competitor-median validated. Don't raise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No one can break it down by feature / team / customer.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 that can't tell normal from runaway.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And tools see only up to the LLM call. Search, crawling, third-party APIs are off-screen — so true unit cost is never attributed.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to pressure-test the wedge  ·  (b) mid-market teams to onboard as design partners  ·  (c) warm intros to production-agent CTOs &amp; AI leads.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